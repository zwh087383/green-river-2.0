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Parser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Docling PPTX structure extraction sample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Parse documents</a:t>
            </a:r>
          </a:p>
          <a:p>
            <a:pPr/>
            <a:r>
              <a:t>Create chunks</a:t>
            </a:r>
          </a:p>
          <a:p>
            <a:pPr/>
            <a:r>
              <a:t>Build vector and BM25 indexes</a:t>
            </a:r>
          </a:p>
          <a:p>
            <a:pPr/>
            <a:r>
              <a:t>Generate cited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Headings preserved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 extracted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Needs complex checks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Slides sectioned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parser should preserve slide titles, bullets, and table-like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